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60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PROGRESS · CSCI 6806 / INFO 4205 · SUMMER 2026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Reproducing and Stress-Testing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Learning-to-Rank Scheduling for LLM Serving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“An Empirical Study on Latency Reduction Techniques for Large Language Models”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vllm-ltr (Fu et al., 2024) · vLLM 0.4.1 · Llama-3-8B-Instruct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069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Yuze (Benjamin) Gao  ·  Chenxi Li  ·  Mengze Hu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· FDU Vancouver, MSACS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FCFS wastes latency; the base paper ranks requests instead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serving (vLLM) defaults to first-come-first-serve.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lengths vary wildly, so short requests queue behind long ones (head-of-line blocking).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paper: predict relative output length with a small OPT-125M ranker, run predicted-short requests first (approximate shortest-job-first).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 by vLLM swap-based preemption: paused requests park their KV cache in CPU memory.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reports up to 2.1× latency reduction vs FCFS under high load.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0" y="1417320"/>
            <a:ext cx="32004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1500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LTR SERVING LOOP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15000" y="1993392"/>
            <a:ext cx="310896" cy="31089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0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44768" y="19385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arrive in the queue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15000" y="2615184"/>
            <a:ext cx="310896" cy="31089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571500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44768" y="25603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OPT-125M scores each prompt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15000" y="3236976"/>
            <a:ext cx="310896" cy="31089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/>
          <p:nvPr/>
        </p:nvSpPr>
        <p:spPr>
          <a:xfrm>
            <a:off x="5715000" y="3236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4768" y="318211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sorts: high score first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715000" y="3858768"/>
            <a:ext cx="310896" cy="310896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571500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4768" y="38039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 generates; on memory pressure, low-priority requests swap out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Scheduling Capstone — Midterm Progress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Faithful single-GPU reproduction, every knob pinned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5910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86537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vllm-ltr @ 13bbf6ff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(vLLM 0.4.1, built from source)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463040"/>
            <a:ext cx="265176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5910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56432" y="186537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Meta-Llama-3-8B-Instruct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· max-model-len 8192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463040"/>
            <a:ext cx="265176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59105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91072" y="186537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OPT-125M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lmsys-score (released weights)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788920"/>
            <a:ext cx="265176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" y="29169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" y="319125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RTX 3090 24 GB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GiB container RAM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91840" y="27889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788920"/>
            <a:ext cx="265176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3456432" y="29169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56432" y="319125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LMSYS trace replay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prompts · seed 0 · rates 2–32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26480" y="2788920"/>
            <a:ext cx="26517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788920"/>
            <a:ext cx="265176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291072" y="29169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91072" y="3191256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server flags both arms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swap-space 4 · chunked prefill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42245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Llama-3 and not the paper’s “3.1”: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public artifact the paper depends on (traces, predictor weights) is a Llama-3-8B product, and the pinned 2024 stack cannot parse 3.1’s rope_scaling. We match the artifacts and state the deviation.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Scheduling Capstone — Midterm Progress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— REPRODUCTION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distribution, LTR wins exactly as the paper claims</a:t>
            </a:r>
            <a:endParaRPr lang="en-US" sz="2700" dirty="0"/>
          </a:p>
        </p:txBody>
      </p:sp>
      <p:pic>
        <p:nvPicPr>
          <p:cNvPr id="5" name="Image 0" descr="/Users/benjamingao/20260609-capstone/capstoneGitHub/figures/fig_ttft_vs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81328"/>
            <a:ext cx="5897880" cy="23591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37960" y="1481328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37960" y="1481328"/>
            <a:ext cx="64008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5"/>
          <p:cNvSpPr/>
          <p:nvPr/>
        </p:nvSpPr>
        <p:spPr>
          <a:xfrm>
            <a:off x="6702552" y="157276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8.1×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702552" y="201168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TTFT advantage (rate 8)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37960" y="2542032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37960" y="2542032"/>
            <a:ext cx="64008" cy="9144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2" name="Text 9"/>
          <p:cNvSpPr/>
          <p:nvPr/>
        </p:nvSpPr>
        <p:spPr>
          <a:xfrm>
            <a:off x="6702552" y="2633472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1.32×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702552" y="30723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request latency (rate 32)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04164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predictor quality: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correlation τ = -0.642 at every rate (5/5 runs) — the scheduler is reordering on real signal, not noise. At rate 2 the queue is empty and both arms tie, as expected.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Scheduling Capstone — Midterm Progress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1 — MECHANISM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Textbook shortest-job-first: most requests win, the tail pays</a:t>
            </a:r>
            <a:endParaRPr lang="en-US" sz="2700" dirty="0"/>
          </a:p>
        </p:txBody>
      </p:sp>
      <p:pic>
        <p:nvPicPr>
          <p:cNvPr id="5" name="Image 0" descr="/Users/benjamingao/20260609-capstone/capstoneGitHub/figures/fig_cdf_indist_r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452628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257800" y="1600200"/>
            <a:ext cx="3520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Per-request latency CDF at rate 8, in distribution.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 (green) leads FCFS for ~85% of requests — short jobs jump the queue.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cross near the 85th percentile: the longest jobs finish later under LTR (p99 121 s → 148 s).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inherent SJF bargain — acceptable when the predictor ranks correctly.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for the second half: what happens when it ranks wrongly?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Scheduling Capstone — Midterm Progress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Out-of-distribution probe: same rig, mismatched predictor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paper itself reports its predictor fails to generalize (its “dataset 2” collapse) — we reproduce that failure deliberately and measure it.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workload to the ShareGPT trace; keep the LMSYS-trained predictor (deliberate mismatch).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identical: model, flags, seed, 500 prompts.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three ways: serving latency, ranking quality τ, and an offline scoring pipeline that cross-validates τ without serving (agreement &lt; 0.002).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15000" y="1463040"/>
            <a:ext cx="2971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16168" y="162763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16168" y="19751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49440" y="19751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LMSYS → ShareGPT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16168" y="252374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25237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LMSYS-trained (kept)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6168" y="307238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0" y="30723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(clean) · 8 (crashed)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16168" y="36210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49440" y="36210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 vs LTR, paired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Scheduling Capstone — Midterm Progress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— OOD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 distribution, the ranking collapses and the tail inverts</a:t>
            </a:r>
            <a:endParaRPr lang="en-US" sz="2700" dirty="0"/>
          </a:p>
        </p:txBody>
      </p:sp>
      <p:pic>
        <p:nvPicPr>
          <p:cNvPr id="5" name="Image 0" descr="/Users/benjamingao/20260609-capstone/capstoneGitHub/figures/fig_motiv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86384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Scheduling Capstone — Midterm Progress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2 — OOD, RATE 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failure is not just slower — it takes the service down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20240" cy="868680"/>
          </a:xfrm>
          <a:prstGeom prst="rect">
            <a:avLst/>
          </a:prstGeom>
          <a:solidFill>
            <a:srgbClr val="264D3B"/>
          </a:solidFill>
          <a:ln w="12700">
            <a:solidFill>
              <a:srgbClr val="3A6B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0876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Mis-ranked long jobs scheduled first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59152" y="1508760"/>
            <a:ext cx="329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51760" y="1508760"/>
            <a:ext cx="1920240" cy="868680"/>
          </a:xfrm>
          <a:prstGeom prst="rect">
            <a:avLst/>
          </a:prstGeom>
          <a:solidFill>
            <a:srgbClr val="264D3B"/>
          </a:solidFill>
          <a:ln w="12700">
            <a:solidFill>
              <a:srgbClr val="3A6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61488" y="150876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Preemption storm (swap-out churn)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53712" y="1508760"/>
            <a:ext cx="329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46320" y="1508760"/>
            <a:ext cx="1920240" cy="868680"/>
          </a:xfrm>
          <a:prstGeom prst="rect">
            <a:avLst/>
          </a:prstGeom>
          <a:solidFill>
            <a:srgbClr val="264D3B"/>
          </a:solidFill>
          <a:ln w="12700">
            <a:solidFill>
              <a:srgbClr val="3A6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50876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GB CPU swap pool exhausted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48272" y="1508760"/>
            <a:ext cx="3291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040880" y="1508760"/>
            <a:ext cx="1920240" cy="8686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50608" y="150876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aborts mid-run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8229600" cy="777240"/>
          </a:xfrm>
          <a:prstGeom prst="rect">
            <a:avLst/>
          </a:prstGeom>
          <a:solidFill>
            <a:srgbClr val="0F2B1D"/>
          </a:solidFill>
          <a:ln w="12700">
            <a:solidFill>
              <a:srgbClr val="3A6B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6974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D7D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RuntimeError: Aborted due to the lack of CPU swap space.   (vllm/core/scheduler.py:1830 — swap-mode preemption is hard-coded in this fork)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/ 500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720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 requests survived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/ 500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9184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FCFS, identical workload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703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GiB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2648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limit — raising swap was not an option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Scheduling Capstone — Midterm Progress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HONESTY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our reproduction differs from the paper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201168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A100 40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RTX 3090 24 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Budget; pressure scenario preserved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“Llama-3.1-8B”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Llama-3-8B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public artifacts are Llama-3; 3.1 unparsable on pinned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Retrained, 23.8k samples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10k weights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Paper’s weights never released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 / classification / LTR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FCFS / classification / LTR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— full three-line comparison reproduced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2.1×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8.1× TTFT · 1.32× mean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metric, rates, hardware — direction reproduced, numbers not comparable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Scheduling Capstone — Midterm Progress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 — 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gate experiments: kill the shortcut, validate the method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3931920" cy="6400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591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ZERO-TRAINING SIGNALS: FAIL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8368" y="1938528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scalars from the main model (first-token entropy, mean entropy, NLL) cannot rank lengths: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|τ| = 0.17 vs OPT-125M’s 0.64.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GPU-minutes to rule out the trivial version — the trained-head complexity is justified, not assumed.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417320"/>
            <a:ext cx="40233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17320"/>
            <a:ext cx="402336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864608" y="15910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TRAINED HEAD ON HIDDEN STATES: PASS</a:t>
            </a:r>
            <a:endParaRPr lang="en-US" sz="10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64608" y="1965960"/>
          <a:ext cx="361188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768096"/>
                <a:gridCol w="841248"/>
                <a:gridCol w="676656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|τ|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LMSYS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ShareGPT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Alpaca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OPT-125M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(last32/mlp)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2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864608" y="3154680"/>
            <a:ext cx="3611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4096→256→1 MLP on the last-token prefill hidden state, trained only on LMSYS, beats OPT-125M on every distribution — at near-zero serving cost.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ablation: entropy weighting underperforms — the value is the representation, not the entropy.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Scheduling Capstone — Midterm Progress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 — VALIDATED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the external predictor; rank with the model’s own states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Stage-2 gate passed: model-internal ranking matches in-distribution and is more robust off-distribution.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“predictor” shrinks from a 240 MB OPT-125M to a tiny MLP on a hidden state the engine already computes.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Cross-distribution matrix shows retraining on the target trace alone cannot fix OOD (ShareGPT is intrinsically hard) — representations help where retraining cannot.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(final): integrate into the vllm-ltr scheduler — ranking becomes available post-prefill, so the scheduling point moves; plus preemption guardrails so a bad ranking can degrade but never crash the engine.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1463040"/>
            <a:ext cx="29260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2D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0" y="1463040"/>
            <a:ext cx="2926080" cy="640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8" name="Text 6"/>
          <p:cNvSpPr/>
          <p:nvPr/>
        </p:nvSpPr>
        <p:spPr>
          <a:xfrm>
            <a:off x="5961888" y="16276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ITERATION ADVANTAGE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61888" y="1965960"/>
            <a:ext cx="25237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GPU-free iteration loop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τ pipeline (serving-validated to &lt;0.002) plus 425 MB of cached prefill features: every head/-loss/-architecture iteration now runs on a laptop.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is paid only for stage-3 end-to-end latency validation.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Scheduling Capstone — Midterm Progress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503920" y="4828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6304" cy="14630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2743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midterm to final defense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68680" cy="640080"/>
          </a:xfrm>
          <a:prstGeom prst="rect">
            <a:avLst/>
          </a:prstGeom>
          <a:solidFill>
            <a:srgbClr val="264D3B"/>
          </a:solidFill>
          <a:ln w="12700">
            <a:solidFill>
              <a:srgbClr val="3A6B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08760" y="137160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+ OOD evidence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 three-line sweep (FCFS / classification / LTR), τ chain, crash forensics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868680" cy="640080"/>
          </a:xfrm>
          <a:prstGeom prst="rect">
            <a:avLst/>
          </a:prstGeom>
          <a:solidFill>
            <a:srgbClr val="264D3B"/>
          </a:solidFill>
          <a:ln w="12700">
            <a:solidFill>
              <a:srgbClr val="3A6B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58568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508760" y="221284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landscape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2×3 predictor-trace τ matrix; retraining alone does not fix OOD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99816"/>
            <a:ext cx="868680" cy="640080"/>
          </a:xfrm>
          <a:prstGeom prst="rect">
            <a:avLst/>
          </a:prstGeom>
          <a:solidFill>
            <a:srgbClr val="264D3B"/>
          </a:solidFill>
          <a:ln w="12700">
            <a:solidFill>
              <a:srgbClr val="3A6B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99816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08760" y="305409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 gates 1 &amp; 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Scalar signals fail (0.17) → trained head on hidden states wins everywhere (0.713)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941064"/>
            <a:ext cx="868680" cy="640080"/>
          </a:xfrm>
          <a:prstGeom prst="rect">
            <a:avLst/>
          </a:prstGeom>
          <a:solidFill>
            <a:srgbClr val="264D3B"/>
          </a:solidFill>
          <a:ln w="12700">
            <a:solidFill>
              <a:srgbClr val="3A6B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41064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08760" y="389534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3: scheduler integration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7C4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Post-prefill ranking point + preemption guardrails; end-to-end latency on the rig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github.com/BenjaminGao2025/Capstone — data · scripts · figures · experiment reports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Progress: LTR Scheduling Reproduction</dc:title>
  <dc:subject>PptxGenJS Presentation</dc:subject>
  <dc:creator>FDU MSACS Capstone Team</dc:creator>
  <cp:lastModifiedBy>FDU MSACS Capstone Team</cp:lastModifiedBy>
  <cp:revision>1</cp:revision>
  <dcterms:created xsi:type="dcterms:W3CDTF">2026-06-12T15:41:45Z</dcterms:created>
  <dcterms:modified xsi:type="dcterms:W3CDTF">2026-06-12T15:41:45Z</dcterms:modified>
</cp:coreProperties>
</file>